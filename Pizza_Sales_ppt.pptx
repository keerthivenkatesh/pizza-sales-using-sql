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DE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Pizza Sales Analysis 🍕</a:t>
            </a:r>
          </a:p>
          <a:p>
            <a:pPr algn="ctr">
              <a:defRPr sz="2000"/>
            </a:pPr>
            <a:r>
              <a:t>SQL Project – Canva Style with Screenshots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🍕 Total Orders Placed</a:t>
            </a:r>
          </a:p>
        </p:txBody>
      </p:sp>
      <p:pic>
        <p:nvPicPr>
          <p:cNvPr id="3" name="Picture 2" descr="Screenshot 2026-02-12 150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3595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🍕 Total Revenue Generated</a:t>
            </a:r>
          </a:p>
        </p:txBody>
      </p:sp>
      <p:pic>
        <p:nvPicPr>
          <p:cNvPr id="3" name="Picture 2" descr="Screenshot 2026-02-12 150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0032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🍕 Highest Priced Pizza</a:t>
            </a:r>
          </a:p>
        </p:txBody>
      </p:sp>
      <p:pic>
        <p:nvPicPr>
          <p:cNvPr id="3" name="Picture 2" descr="Screenshot 2026-02-12 150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7046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🍕 Most Common Pizza Size Ordered</a:t>
            </a:r>
          </a:p>
        </p:txBody>
      </p:sp>
      <p:pic>
        <p:nvPicPr>
          <p:cNvPr id="3" name="Picture 2" descr="Screenshot 2026-02-12 1501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46293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🍕 Top 5 Most Ordered Pizza Types</a:t>
            </a:r>
          </a:p>
        </p:txBody>
      </p:sp>
      <p:pic>
        <p:nvPicPr>
          <p:cNvPr id="3" name="Picture 2" descr="Screenshot 2026-02-12 150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311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🍕 Quantity by Pizza Category</a:t>
            </a:r>
          </a:p>
        </p:txBody>
      </p:sp>
      <p:pic>
        <p:nvPicPr>
          <p:cNvPr id="3" name="Picture 2" descr="Screenshot 2026-02-12 150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5843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🍕 Orders by Hour of Day</a:t>
            </a:r>
          </a:p>
        </p:txBody>
      </p:sp>
      <p:pic>
        <p:nvPicPr>
          <p:cNvPr id="3" name="Picture 2" descr="Screenshot 2026-02-12 150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2963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🍕 Category Distribution</a:t>
            </a:r>
          </a:p>
        </p:txBody>
      </p:sp>
      <p:pic>
        <p:nvPicPr>
          <p:cNvPr id="3" name="Picture 2" descr="Screenshot 2026-02-12 1502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0653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🍕 Average Pizzas Ordered Per Day</a:t>
            </a:r>
          </a:p>
        </p:txBody>
      </p:sp>
      <p:pic>
        <p:nvPicPr>
          <p:cNvPr id="3" name="Picture 2" descr="Screenshot 2026-02-12 150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43098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🍕 Top 3 Pizzas by Revenue</a:t>
            </a:r>
          </a:p>
        </p:txBody>
      </p:sp>
      <p:pic>
        <p:nvPicPr>
          <p:cNvPr id="3" name="Picture 2" descr="Screenshot 2026-02-12 150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1146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🍕 Revenue Percentage Contribution</a:t>
            </a:r>
          </a:p>
        </p:txBody>
      </p:sp>
      <p:pic>
        <p:nvPicPr>
          <p:cNvPr id="3" name="Picture 2" descr="Screenshot 2026-02-12 1503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63910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/>
            </a:pPr>
            <a:r>
              <a:t>🍕 Top 3 Pizzas by Revenue per Category</a:t>
            </a:r>
          </a:p>
        </p:txBody>
      </p:sp>
      <p:pic>
        <p:nvPicPr>
          <p:cNvPr id="3" name="Picture 2" descr="Screenshot 2026-02-12 1504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7315200" cy="56599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